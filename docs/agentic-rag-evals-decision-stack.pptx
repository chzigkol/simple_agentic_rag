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c56caa1954341" /><Relationship Type="http://schemas.openxmlformats.org/officeDocument/2006/relationships/extended-properties" Target="/docProps/app.xml" Id="R43436e64221140a0" /><Relationship Type="http://schemas.openxmlformats.org/officeDocument/2006/relationships/officeDocument" Target="/ppt/presentation.xml" Id="Rf16b268fb4b744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e24a554b344043"/>
  </p:sldMasterIdLst>
  <p:notesMasterIdLst>
    <p:notesMasterId xmlns:r="http://schemas.openxmlformats.org/officeDocument/2006/relationships" r:id="R6a1af2071d434bb3"/>
  </p:notesMasterIdLst>
  <p:sldIdLst>
    <p:sldId xmlns:r="http://schemas.openxmlformats.org/officeDocument/2006/relationships" id="256" r:id="R92d5bac1e99148bd"/>
    <p:sldId xmlns:r="http://schemas.openxmlformats.org/officeDocument/2006/relationships" id="257" r:id="R5b5a1e5eadf74e5d"/>
    <p:sldId xmlns:r="http://schemas.openxmlformats.org/officeDocument/2006/relationships" id="258" r:id="R299ac53dfa3443ad"/>
    <p:sldId xmlns:r="http://schemas.openxmlformats.org/officeDocument/2006/relationships" id="259" r:id="R4f3519cfe56d4295"/>
    <p:sldId xmlns:r="http://schemas.openxmlformats.org/officeDocument/2006/relationships" id="260" r:id="R4e01203c5aa44d16"/>
    <p:sldId xmlns:r="http://schemas.openxmlformats.org/officeDocument/2006/relationships" id="261" r:id="R70d8cc57b48e4598"/>
    <p:sldId xmlns:r="http://schemas.openxmlformats.org/officeDocument/2006/relationships" id="262" r:id="R0937ec85fea145f3"/>
    <p:sldId xmlns:r="http://schemas.openxmlformats.org/officeDocument/2006/relationships" id="263" r:id="R172123c291e34eb0"/>
    <p:sldId xmlns:r="http://schemas.openxmlformats.org/officeDocument/2006/relationships" id="264" r:id="R78e4060e00404050"/>
    <p:sldId xmlns:r="http://schemas.openxmlformats.org/officeDocument/2006/relationships" id="265" r:id="Rf474b527a56149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a6b7a2e16e48ed" /><Relationship Type="http://schemas.openxmlformats.org/officeDocument/2006/relationships/slideMaster" Target="/ppt/slideMasters/slideMaster1.xml" Id="R03e24a554b344043" /><Relationship Type="http://schemas.openxmlformats.org/officeDocument/2006/relationships/notesMaster" Target="/ppt/notesMasters/notesMaster1.xml" Id="R6a1af2071d434bb3" /><Relationship Type="http://schemas.openxmlformats.org/officeDocument/2006/relationships/presProps" Target="/ppt/presProps.xml" Id="R7873b439d550406e" /><Relationship Type="http://schemas.openxmlformats.org/officeDocument/2006/relationships/viewProps" Target="/ppt/viewProps.xml" Id="Rf97937ec25774f7c" /><Relationship Type="http://schemas.openxmlformats.org/officeDocument/2006/relationships/tableStyles" Target="/ppt/tableStyles.xml" Id="R1bb98c91cefc42bf" /><Relationship Type="http://schemas.openxmlformats.org/officeDocument/2006/relationships/slide" Target="/ppt/slides/slide1.xml" Id="R92d5bac1e99148bd" /><Relationship Type="http://schemas.openxmlformats.org/officeDocument/2006/relationships/slide" Target="/ppt/slides/slide2.xml" Id="R5b5a1e5eadf74e5d" /><Relationship Type="http://schemas.openxmlformats.org/officeDocument/2006/relationships/slide" Target="/ppt/slides/slide3.xml" Id="R299ac53dfa3443ad" /><Relationship Type="http://schemas.openxmlformats.org/officeDocument/2006/relationships/slide" Target="/ppt/slides/slide4.xml" Id="R4f3519cfe56d4295" /><Relationship Type="http://schemas.openxmlformats.org/officeDocument/2006/relationships/slide" Target="/ppt/slides/slide5.xml" Id="R4e01203c5aa44d16" /><Relationship Type="http://schemas.openxmlformats.org/officeDocument/2006/relationships/slide" Target="/ppt/slides/slide6.xml" Id="R70d8cc57b48e4598" /><Relationship Type="http://schemas.openxmlformats.org/officeDocument/2006/relationships/slide" Target="/ppt/slides/slide7.xml" Id="R0937ec85fea145f3" /><Relationship Type="http://schemas.openxmlformats.org/officeDocument/2006/relationships/slide" Target="/ppt/slides/slide8.xml" Id="R172123c291e34eb0" /><Relationship Type="http://schemas.openxmlformats.org/officeDocument/2006/relationships/slide" Target="/ppt/slides/slide9.xml" Id="R78e4060e00404050" /><Relationship Type="http://schemas.openxmlformats.org/officeDocument/2006/relationships/slide" Target="/ppt/slides/slide10.xml" Id="Rf474b527a56149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bb67ba01241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a3e07b5f4456b" /><Relationship Type="http://schemas.openxmlformats.org/officeDocument/2006/relationships/notesMaster" Target="/ppt/notesMasters/notesMaster1.xml" Id="R4a583e960e804c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84956e1cfd496a" /><Relationship Type="http://schemas.openxmlformats.org/officeDocument/2006/relationships/notesMaster" Target="/ppt/notesMasters/notesMaster1.xml" Id="R5ac404283cc543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5c13e4cc474440" /><Relationship Type="http://schemas.openxmlformats.org/officeDocument/2006/relationships/notesMaster" Target="/ppt/notesMasters/notesMaster1.xml" Id="R7c8be326a0ca45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cafdd86884207" /><Relationship Type="http://schemas.openxmlformats.org/officeDocument/2006/relationships/notesMaster" Target="/ppt/notesMasters/notesMaster1.xml" Id="R6ec6fd69a37843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2a6fd34f3847ec" /><Relationship Type="http://schemas.openxmlformats.org/officeDocument/2006/relationships/notesMaster" Target="/ppt/notesMasters/notesMaster1.xml" Id="Rfcc4feeb21c147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d318cb5fcd46b6" /><Relationship Type="http://schemas.openxmlformats.org/officeDocument/2006/relationships/notesMaster" Target="/ppt/notesMasters/notesMaster1.xml" Id="R1f720ea02b85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f8e9e2628642d0" /><Relationship Type="http://schemas.openxmlformats.org/officeDocument/2006/relationships/notesMaster" Target="/ppt/notesMasters/notesMaster1.xml" Id="R8e0f7d21bb6b4f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c0d58422144710" /><Relationship Type="http://schemas.openxmlformats.org/officeDocument/2006/relationships/notesMaster" Target="/ppt/notesMasters/notesMaster1.xml" Id="R2abb988784a44b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c0f1e61f8b4dae" /><Relationship Type="http://schemas.openxmlformats.org/officeDocument/2006/relationships/notesMaster" Target="/ppt/notesMasters/notesMaster1.xml" Id="R9915935b511041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b9827e5bb943c3" /><Relationship Type="http://schemas.openxmlformats.org/officeDocument/2006/relationships/notesMaster" Target="/ppt/notesMasters/notesMaster1.xml" Id="R970730f354e441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e0fa01d4245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dc46367f4545b6" /><Relationship Type="http://schemas.openxmlformats.org/officeDocument/2006/relationships/slideLayout" Target="/ppt/slideLayouts/slideLayout1.xml" Id="Rdebbf9fb43b049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bf9fb43b049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f8e3d77c0480b" /><Relationship Type="http://schemas.openxmlformats.org/officeDocument/2006/relationships/notesSlide" Target="/ppt/notesSlides/notesSlide1.xml" Id="Ra937b516359a42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4eb2fc65d4855" /><Relationship Type="http://schemas.openxmlformats.org/officeDocument/2006/relationships/notesSlide" Target="/ppt/notesSlides/notesSlide2.xml" Id="R5481e4432ce447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23dfbc53d4f3d" /><Relationship Type="http://schemas.openxmlformats.org/officeDocument/2006/relationships/notesSlide" Target="/ppt/notesSlides/notesSlide3.xml" Id="R13629ae55ab6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bfffbe534d5b" /><Relationship Type="http://schemas.openxmlformats.org/officeDocument/2006/relationships/notesSlide" Target="/ppt/notesSlides/notesSlide4.xml" Id="R5e1912905d1545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c380ca61946f9" /><Relationship Type="http://schemas.openxmlformats.org/officeDocument/2006/relationships/notesSlide" Target="/ppt/notesSlides/notesSlide5.xml" Id="R3d1d0af028a9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657f716ec4a3b" /><Relationship Type="http://schemas.openxmlformats.org/officeDocument/2006/relationships/notesSlide" Target="/ppt/notesSlides/notesSlide6.xml" Id="Rf8538b73629a42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2fe06cae148a7" /><Relationship Type="http://schemas.openxmlformats.org/officeDocument/2006/relationships/notesSlide" Target="/ppt/notesSlides/notesSlide7.xml" Id="Rf77889379de649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884a37dcd456d" /><Relationship Type="http://schemas.openxmlformats.org/officeDocument/2006/relationships/notesSlide" Target="/ppt/notesSlides/notesSlide8.xml" Id="R63be9d5397c942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ef14531554256" /><Relationship Type="http://schemas.openxmlformats.org/officeDocument/2006/relationships/notesSlide" Target="/ppt/notesSlides/notesSlide9.xml" Id="Rdad74d8857734e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ff05388bc4081" /><Relationship Type="http://schemas.openxmlformats.org/officeDocument/2006/relationships/notesSlide" Target="/ppt/notesSlides/notesSlide10.xml" Id="Rc8a84a50b3954a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FA3BE5-1B49-413F-BD58-02EC4C2B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CB978-705E-4658-88A4-E5325A4B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C9ECC-7242-4DA3-8CFA-62B7F669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AGENTIC RAG EVALS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C8EE2-32B0-44F1-AF78-706CE2A3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581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Evaluate decisions, not vibes.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D0513-6C24-4F20-888C-D6B7ABBD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A 20-minute walkthrough: turning a medical agentic RAG notebook suite into scoped, useful evals.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EF142-DD17-4B70-B2F0-C5447A07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2395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FA098-4AB3-4672-898F-7D50FB56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2763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93B6A-A8A7-46B6-B629-EBF1F5EA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52575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pick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ACC3E-B3AA-4B72-9D2E-9B5B1A7C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23950"/>
            <a:ext cx="1390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F2202-D16C-4CC6-81B2-D693A0F2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2763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5FB83-5391-4743-8B88-F2531524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5257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top-k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42447-5286-40A2-AF35-47F4DDA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23950"/>
            <a:ext cx="1352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5"/>
          </a:solidFill>
          <a:ln xmlns:a="http://schemas.openxmlformats.org/drawingml/2006/main" w="12383">
            <a:solidFill>
              <a:srgbClr val="D89B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15D12-A313-4B66-B189-FD1D9AA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2763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F75D5-2BF8-4A14-9F5F-A7BF1B93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5525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4EA1F-D6D4-4D2C-95D4-B0F24015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04950"/>
            <a:ext cx="27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CBAD9-3F15-4E1B-93A4-20EBFA5A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504950"/>
            <a:ext cx="27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7893F-108A-44F0-A990-5743679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F4D9D-D45D-4FF2-966C-CC52C2A0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Error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9877C-A56F-478C-BA4C-1104451B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0F6CE-17DA-4F72-88E7-C3CCC1AC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2897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Scoped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C1534-BE84-4BE0-AB5F-B8EB0226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1A826-E574-49DA-BC34-608D104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529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7E093-63F3-4BC3-8347-C4715DD3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E9897-2574-4D9F-BBDB-3083D2F3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529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40EA1-BC7E-4FDC-8033-59A5174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50B9F-C65B-41F2-82DB-019E1A06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57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5745"/>
                </a:solidFill>
                <a:latin typeface="Aptos"/>
                <a:ea typeface="Aptos"/>
                <a:cs typeface="Aptos"/>
              </a:rPr>
              <a:t>Not: one overall quality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08368-FB46-456B-BE09-9B181EA0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41183-F999-4639-9D19-052AE4EE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52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93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9384"/>
                </a:solidFill>
                <a:latin typeface="Aptos"/>
                <a:ea typeface="Aptos"/>
                <a:cs typeface="Aptos"/>
              </a:rPr>
              <a:t>Yes: one decision at a 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FDC0D-8F2C-4A23-8AE8-B1CAC467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FE833-17E6-4EC7-81B4-7D453615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65804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5273D-E670-4076-9D8C-F6511038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7F7E0-7226-46FB-9A63-A3A88EC0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6AE5A-B9D6-4938-82C1-9D9DBC55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SYSTEM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D0E8D-0AF9-4F55-B971-F3972A0A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agent only has four decisions worth testing first.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19333-6054-4476-B244-2CBD7A2A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7F52A-63C2-4887-AB39-3410771D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1A805-C654-4437-852A-A751E2E3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medical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243BA-7442-4011-9A85-CFBAB1F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F4BCC-E1C1-414C-B93A-BB4994F2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38670-39FA-4F53-B764-1C9E9FF5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09875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Q&amp;A, device, or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97674-25DB-4874-95C0-A35FB12B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92473-5EA8-493B-A1D0-AD0F7C4A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BCAEB-132B-436E-948F-26AC0E1E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9875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Chroma top-k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2140C-C2D0-416E-8A23-62EF5F58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5"/>
          </a:solidFill>
          <a:ln xmlns:a="http://schemas.openxmlformats.org/drawingml/2006/main" w="12383">
            <a:solidFill>
              <a:srgbClr val="D89B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6FD24-F19B-4258-AB59-9F1704E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Relevance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F71D2-2406-4411-B6FC-595ECA3B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fallback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C931A-48D3-42B5-87B4-6DC9DAB6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12383">
            <a:solidFill>
              <a:srgbClr val="0E938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13F5F-5D32-40E4-8D38-6B9F5FA3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AD8EE-5205-45D2-8FEE-C8BB76A4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9875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grounded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E9D9A-017D-4363-B34B-EA16A802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09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8D645-8F55-4939-B846-B6CC0326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9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4E387-158C-441A-BDCB-64FF6E8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3B957-D522-4D04-BECE-63FC1853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C7060-B6E3-48B2-B542-46BD35DA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source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D2159-20EF-4C3A-A436-AD7FAC21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526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evidence 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3436EF-C8BB-4DC1-81A7-76DE867C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526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9B1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9B1D"/>
                </a:solidFill>
                <a:latin typeface="Aptos"/>
                <a:ea typeface="Aptos"/>
                <a:cs typeface="Aptos"/>
              </a:rPr>
              <a:t>recovery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16B77-BEA8-4C53-919D-0F6156B9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526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938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9384"/>
                </a:solidFill>
                <a:latin typeface="Aptos"/>
                <a:ea typeface="Aptos"/>
                <a:cs typeface="Aptos"/>
              </a:rPr>
              <a:t>answer quality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68A82-047B-4939-8EB5-12235627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58B1A-1CD5-4A58-B6BF-B4C14D41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95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A0EF5-70F1-4CAC-9E50-67AD98B8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95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C486BA-AC71-40A8-9B8F-82E20853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95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2C91C3-3C0E-4EC2-853D-808D9FAD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43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Router accuracy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4E697-7599-4856-BBF0-F5A326F8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43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Hit@k / MRR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96FFF8-E354-46FE-AFBE-2998D15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Fallback 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DF560F-85D7-4553-B25D-24BC6CF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43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Judge/proxy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DCF8C0-81B1-4354-BB9F-1B8C8AF4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296AB6-A10B-4689-9005-8670895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84268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C6E06-4790-4FD5-B3BA-4C31A803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BB664-3D64-4C4E-BA2C-D1BB33F3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FABBD-6769-4E34-B9B3-A2B3E89E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DATA BEFORE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0ED80-EA64-4C7F-994C-8104D4A6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09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first eval is proving the substrate is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12514-E2E1-4BC8-A1E8-6BE4F213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095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F95AF-976A-4E34-8F64-97B2EDCD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16,407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0E8AF-17C9-4E00-AE4C-A456AD30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765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medical Q&amp;A documents in Chroma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35F06-0DC4-48D3-A24C-2202096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193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938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E9384"/>
                </a:solidFill>
                <a:latin typeface="Aptos Display"/>
                <a:ea typeface="Aptos Display"/>
                <a:cs typeface="Aptos Display"/>
              </a:rPr>
              <a:t>2,694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46100-258B-4180-8C82-127A377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765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medical device manual documents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8098D-7322-432E-A755-8FBA059A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Notebook 01 checks schemas, nulls, collection counts, stored docs, and retrieval smoke tests before scoring anything.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D3C1B-9F02-4D2F-A21A-6B9EA7C9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1123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F1056-281C-4703-83F7-1AC6B426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289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26F32-B707-45AB-A925-98C6F615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05125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columns aligned?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00160-03AC-40E5-8BE9-7EE54F32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289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C183B-4A35-4BBD-B22C-16A3C5B7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1123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4B159-3D45-4405-AD54-4E11F89A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289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291A3-84C1-48BD-94F7-DEFA15BD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05125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collections loaded?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D93D8-8DCB-428F-B6AF-1DD58C8D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19BBF-C0EE-4A82-B212-7325BA1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1123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1F56C-BB40-47F8-B82B-161EC37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24961-DE9F-4694-B462-162A992A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IDs and text usable?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997AE-1D38-4461-9361-64DECBB8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289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37937-3AB3-4378-B300-AB5DBF01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123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254A0-B135-4F92-868A-AE89CCA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289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Smoke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9CEAD-2AA6-4F83-A37B-DE383F8E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05125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retrieval sane?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C3B9C-10DC-48BE-BD5E-5005F2CB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Boring checks prevent expensive nonsense later.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CB56C-F409-4057-BEB0-483A395E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1464D-EE58-400F-AADF-0F303A5F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17090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89245-F44B-4B76-866F-C07D99C3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6A6B8-D3BD-4764-95A9-B2DF7778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367E3-E85D-41B1-827B-3B15478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ROUTER 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447EE-FBDA-47EE-B83A-B1CEE7CE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Router accuracy is the smallest useful eval.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F90D3-C5CB-496E-A655-7A90FBD8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Heuristic router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B6914-43AE-4658-AD43-357CCC44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017CB-517E-4BE5-83A0-F3FBE095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63E4C-5876-466C-A9A2-7DC7047D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39531-97A3-4D88-B872-1BFE7F5E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04380-AAA0-49D8-9DAC-4CF17640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challenging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59D8E-CBA8-4158-81E9-12B75C30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575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D5047-3B28-418C-822D-A19CD4DD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57550"/>
            <a:ext cx="209454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38644-4941-4AFC-A7E7-F7FB94C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194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73%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B4FFE-4D46-4082-B623-87928B73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4310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FFB11-E26D-4359-A7B4-4AE0165A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Failure rows are the product.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6BD7E-51ED-4CD9-9008-FF29FB97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312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Hard examples expose source ambiguity: device-plus-general-medical, source meta-questions, and mixed medical/device prompts.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B2B1A-3DDA-4136-8AF1-A9149997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909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B6573-D6B2-4124-AADC-18EFF13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4810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metric: exact source 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E2E68-1FBB-4894-BADC-3E5FEC13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perfect easy-set score is a signal to add harder examples, not a finish 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0BEC2-CDC7-49A3-BAB5-32DCF892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F4698-5D2D-434F-81F7-1CD89C9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47392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2E2329-E9B2-49BA-A718-7F4AEE1B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8B1C3-58F3-4185-B293-F367D46F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DA04A-1D86-4FBB-BFFB-41AECFF3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RETRIEVAL 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A6880-A44F-4B37-A337-8AD4E665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One retrieval score hides the top-k tradeoff.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D1020-AF78-4DAE-989C-BD6E3F61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D36AB-6108-4FAF-A547-72C9632B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9AFFC-6CAB-4967-A4B0-D47E5AC7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30625"/>
            <a:ext cx="361950" cy="103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0C2C2-A258-4114-9543-4D2263E0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19918"/>
            <a:ext cx="361950" cy="3425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B6DE7-DB59-4FC2-8BF1-D0B3B7AF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02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96F16-E086-4946-8444-47C39541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42571"/>
            <a:ext cx="361950" cy="17199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A224F-4375-4A3C-AAD7-A75FC394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73208"/>
            <a:ext cx="361950" cy="6892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BAEA8-3F04-4B94-B080-AB41527F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3971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4A457-DE78-4BD8-A038-4A4FCA15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98750"/>
            <a:ext cx="361950" cy="206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9E9F9-5B52-4E51-99B7-DC96D47B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3208"/>
            <a:ext cx="361950" cy="6892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85632-E158-4989-8251-BCA5D751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70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CD1A4-9CDE-438C-9693-8ACCC537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54929"/>
            <a:ext cx="361950" cy="2407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391E7-BD40-4BFF-83FC-3C753E27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30625"/>
            <a:ext cx="361950" cy="103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561F3-9E9D-418B-8804-6AEEC5B6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26329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A0587-9158-4F60-BCA7-7BE35317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k=1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DC379-CF24-4B52-B9CD-7351B8A2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33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k=3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F3B08-F7D9-4B2A-90CE-CB4046C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33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k=5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5E100-29AF-44F5-B64B-F8A59594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933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k=10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D8761-0272-43DA-982D-0B08CC62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Hit@k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A2828-BF60-4FBC-B58C-3FD13DE7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A3DF4-006F-4BB9-99B0-568BE0BE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4574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5745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1704B-AAD8-4819-BD6E-B528BA73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15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A6DD6-534A-45DE-BDEE-20AB11A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15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9F1C2C-37DB-4024-8A6F-BEC4DC98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479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09E51-28F0-46FE-963D-1F9693C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Increasing k helps recall, but adds context noise.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2F09AA-3951-4198-8A85-AAABD16E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909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 retrieval evals need Hit@k, Recall@k, Precision@k, and inspection rows.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48D8C-6E32-4E99-99D1-7A3C4AFF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C161E4-9619-4E06-949A-B9D0BB1A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64080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0BD7F0-1491-422D-8B56-FF86A9D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F41CD-96A2-4768-B85D-5D504C73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246CA-A90B-4913-A1A9-9126FED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CASCADE 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B9093-DE0D-4242-8DEE-80D0B3A6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good component can still fail in a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F919B-A575-4EE7-8A09-8A9E3D88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12383">
            <a:solidFill>
              <a:srgbClr val="0E93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B98AC-EBE7-48C6-84AA-2A536C8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Expected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C87AF-6240-411E-AE65-4139264F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14625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control: perfect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F39A6-0664-406A-B2EF-F3B92638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322C3-7063-465C-8A33-0A46DF2F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38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Retrieve top-3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93E44-C293-47BE-84D9-1CF3200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14625"/>
            <a:ext cx="1790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what retrieval could 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B408B-4D8A-4FBD-ADFB-CC4DC290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B9712-F97D-49DB-BBFE-A315843A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Hit@3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F6776-7CF4-4070-ABED-42B1FD79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14625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base: 29%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9A7C6-6E63-49CF-B083-323D3EF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60CB6-A73F-4D2A-8BDB-1E7F710E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9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36EB7-E011-4011-8285-E75FAE3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6"/>
          </a:solidFill>
          <a:ln xmlns:a="http://schemas.openxmlformats.org/drawingml/2006/main" w="12383">
            <a:solidFill>
              <a:srgbClr val="E457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6F75C-B101-4D73-842D-B960D60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0025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Predicted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2405C-054D-4361-BD6F-52C684FC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reality: router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5CA46-E3B0-4771-B242-F08C69E6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0EB5D-E093-4266-BE53-56437B52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100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Retrieve top-3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6E317-8C83-44C1-B7D1-FB523660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86250"/>
            <a:ext cx="1790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downstream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27AB6-9547-4EDE-958B-7FC92E49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90BD9-B9CA-4FAB-89B1-E891C89A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00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 or hit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B4939-FBBE-4078-8835-881B8F1A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 errors propagate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04B1D-6AAE-4F99-B131-533587C3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D43E2C-91F6-4267-8591-A6A25EF5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815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91180-D23D-4BF9-97E8-434DA923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190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607B0B-ECC7-49A2-B3B6-B1CF6E1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938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E9384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08C62-0EBF-4370-9670-32267CC7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route-induced retrieval failures on base 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C9260-B320-4FFB-9888-4543C959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57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45745"/>
                </a:solidFill>
                <a:latin typeface="Aptos Display"/>
                <a:ea typeface="Aptos Display"/>
                <a:cs typeface="Aptos Display"/>
              </a:rPr>
              <a:t>73%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DC8A86-0CD4-477E-AB3F-3BE3CE8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719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challenging router accuracy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074AE-0630-4361-A7C7-BF45F61E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57800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routing misses separate from retrieval misses.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64F685-D5B1-4FBF-8F7D-3749B8B0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B9C839-D0B4-4CBE-836C-104F3258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60017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15EF29-399C-4328-A39F-72B5641C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C859B-C20E-4BCB-AD2B-B7904B4F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275F6-B7DD-4688-9A90-25459DDA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FALLBACK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8803A-723C-42FB-91BA-166ADC99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Fallback is a policy knob, not an escape hatch.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5D722-AC7F-47A9-9F4F-AE1BB621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095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1F4FD-B816-4FBB-8563-D8E35FF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Retrieved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205A7-B810-4B1F-8C40-7EB9DC22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17907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local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DC3FF-4097-4EC7-9C9C-A6A71A47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2190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5"/>
          </a:solidFill>
          <a:ln xmlns:a="http://schemas.openxmlformats.org/drawingml/2006/main" w="12383">
            <a:solidFill>
              <a:srgbClr val="D89B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D216B-52AA-4B22-9571-B6ACE733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289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Relevance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A2847-83C6-4DE2-8BF0-05071EF7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05125"/>
            <a:ext cx="1885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proxy / guardrail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C0061-8253-45C6-8A2A-BED98F58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12383">
            <a:solidFill>
              <a:srgbClr val="0E93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4D504-AFF0-489E-B371-4EA0EBBB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050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90C4E-2537-4615-B45D-61545950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fast, stable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C4184-6B2B-4A85-B59D-064C3406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6"/>
          </a:solidFill>
          <a:ln xmlns:a="http://schemas.openxmlformats.org/drawingml/2006/main" w="12383">
            <a:solidFill>
              <a:srgbClr val="E457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2797F-0757-475D-B606-4B1CE715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290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Search 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DDBDD-654D-4BE1-9D9F-3F2A539B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052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fresh, costly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7CD0B-3129-4E9A-9802-53CCDC10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241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C0DFD-1D60-46B5-BDE3-DEB4C36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C0FFA-543A-4CCD-B672-FB0360AA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62200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B2096-3BC1-4239-82C8-61FC0B3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622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7D69F-71D1-4358-BE30-75CDFA2A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862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399F0-5AE9-43CC-A0DD-D66C2E0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1524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0CCCD-12E1-4887-824B-9372D07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9B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89B1D"/>
                </a:solidFill>
                <a:latin typeface="Aptos Display"/>
                <a:ea typeface="Aptos Display"/>
                <a:cs typeface="Aptos Display"/>
              </a:rPr>
              <a:t>63%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42C99-F9BE-49CB-BBF1-D559D75A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33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base fallback 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0C281-FFBF-4978-BA96-5C112609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718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9B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89B1D"/>
                </a:solidFill>
                <a:latin typeface="Aptos Display"/>
                <a:ea typeface="Aptos Display"/>
                <a:cs typeface="Aptos Display"/>
              </a:rPr>
              <a:t>13%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572D3-F5E8-43DD-AD7B-400DCE1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290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challenging fallback 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06206B-57CC-4183-B457-CCC45C05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771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Too little fallback preserves bad context. Too much fallback burns cost, latency, and trust.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AC37F-210A-4545-A39F-BB5E2958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EE2E8-C74F-437F-BA29-069F555C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2139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F97705-B735-4E89-8002-B21F5C6A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08739-5B9F-48E0-AE19-9D8D8FD9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5D1B3-4D29-41E2-AA3C-862A7859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ANSWER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AC6C9-F07E-465F-AFB3-79BF582F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Judge answer quality narrowly, then calibrate.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1EADD-D54F-4B3B-AFD6-1B6F97C2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6CFBA-12BE-4B4C-835A-9EC1C1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860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Lexical proxy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19550-0A05-4C00-85B1-093D28D2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cheap iteration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3CFDD-C446-419F-AE20-0411432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FA5A1-381D-40BB-A3EB-9245EE8B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860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LLM judge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67170-C398-407C-BC3D-89E0BB9A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1790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optional, calibrated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263E2-3744-4CE5-8BA4-7750E7C5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12383">
            <a:solidFill>
              <a:srgbClr val="0E93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FAC8F-0ADD-4034-BF35-28BA3D98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860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Human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05268-CF43-4626-804D-30753EC8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trusted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C7A7A-2384-4601-96F7-E09A1A05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06122-F524-443D-A767-15498C6C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6EE35-F5DB-4C04-A23A-DB5FC58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Answer relevancy from notebook 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260A9-7FBA-4405-8D57-C1DC1825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815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FF183-D7F4-4BAE-8864-64406E6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19625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88E41-2D99-4032-8431-E2B9F4C8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19625"/>
            <a:ext cx="298506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D311A-BEEA-4E6D-BD53-6F9DF121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81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CC2E0-8936-443B-8D29-598620C3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DE934-A008-41C4-AA7C-2E14AC1D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6255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DBC0C-5EDB-4C85-BF6D-FA01C7F6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62550"/>
            <a:ext cx="12741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A5642-81E3-487A-B7C3-76BB4441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244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DB360-232C-40DC-8929-F52231A4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8AAE0-D07F-4D69-B287-96DE1AF8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57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5745"/>
                </a:solidFill>
                <a:latin typeface="Aptos"/>
                <a:ea typeface="Aptos"/>
                <a:cs typeface="Aptos"/>
              </a:rPr>
              <a:t>Avoid broad 1-5 helpfulness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F1297-B5B5-4FD9-9C13-F537B10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351BF-CE65-4334-AB35-82CD998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93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9384"/>
                </a:solidFill>
                <a:latin typeface="Aptos"/>
                <a:ea typeface="Aptos"/>
                <a:cs typeface="Aptos"/>
              </a:rPr>
              <a:t>Score specific failure modes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53BB9-BA08-40F4-BDBC-A37E81CA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2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Web rows were skipped for this local-context judge path.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B5D06A-2927-4C69-AF2C-EA74EE3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4CE690-783C-413D-A427-DFC5AEDC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59114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4E532-D1E7-4C33-9BD8-2492FFC4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5E6BA-BE5A-4973-8A7D-33F089B8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BA1A0-1625-42BC-84CB-3BAD94B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FULL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444B0-F133-45B9-81F6-5837B3ED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85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End-to-end is useful only if stage evidence survives.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1A1ED-D44E-4D1C-8CD2-64AEAC8D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1120F-CC53-48D9-BEF4-89C63C5F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38B86-CC30-4D85-90E7-8EC4ADCB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33625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CA1A-D7CD-4208-A246-C38A60A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955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9B1FB-9F61-4629-A143-B91B4C87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32663-9ED2-4E69-8C4E-4B5EC798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955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retrieved_ids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8C8CE-E93D-4CBC-8DC1-E996E6F3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33625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D808-4F04-4901-A7C6-C7B9CD61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91B55-16AE-46B8-917D-135AF2DB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33625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37A26-4E6E-4633-9AC2-E917D8C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14E6B-F24D-4369-8FE2-EC29AE78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C107E-B6D2-46E7-BCF3-AF0086DE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F252F-EC4C-4DA4-939F-EF7C3D0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FF6D9-E664-4D2C-AB17-0E2992BA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failed row should tell you whether to fix routing, retrieval, fallback, or answering.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26686-0571-40A8-825E-7BB1085E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38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4169E-BADD-44C7-A22A-5B8E6E9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85D38-4296-4D09-A398-4802C345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815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base examples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E8E91-93A2-4408-9B2E-782FBFFF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243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938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E9384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53C3F-0771-4A5D-A893-61FC10B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815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base router accuracy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D94E84-93FF-4824-8173-6D4D3A0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243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57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45745"/>
                </a:solidFill>
                <a:latin typeface="Aptos Display"/>
                <a:ea typeface="Aptos Display"/>
                <a:cs typeface="Aptos Display"/>
              </a:rPr>
              <a:t>29%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3D6E9-280E-426E-8629-F37F5519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815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base hit@k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9B930-066D-430E-AC8E-F47BB5D9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243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9B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89B1D"/>
                </a:solidFill>
                <a:latin typeface="Aptos Display"/>
                <a:ea typeface="Aptos Display"/>
                <a:cs typeface="Aptos Display"/>
              </a:rPr>
              <a:t>1.9ms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5A13B-C36C-4418-810B-36466175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815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mean offline latency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A2C97B-056F-4FFF-9A7A-3967AB62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958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87204-E9E9-4B06-9D70-01B47334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752975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457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5745"/>
                </a:solidFill>
                <a:latin typeface="Aptos"/>
                <a:ea typeface="Aptos"/>
                <a:cs typeface="Aptos"/>
              </a:rPr>
              <a:t>challenge: 15 rows / 73% router accuracy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58E868-C46D-40C5-9E35-21F2D714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7394FE-92BC-4129-94EB-19C9C196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41223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FA8F23-41E9-408A-A051-4BE3D576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9672B-258B-43D7-BC2D-4FA99FDA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CB7CA-FC32-431E-AD71-1D50F863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A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112CB-CCB3-480D-8EC6-7E0669B4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next improvement should come from ablation, not intuition.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BE88B-44FF-4916-8C47-59237252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D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E7CAC-B149-4C2E-AE02-2B65E971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765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BFF3B-13D8-4EA7-ADC6-949BBD05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952750"/>
            <a:ext cx="150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look at failed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AB0B6-D00C-4DDF-8E39-D65C372E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2895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B0D23-553F-4ED8-AD44-79FC2320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241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83C80-880F-42BB-8A25-8E04CF2C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765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Hypothesize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F73B3-3B99-4473-B8AD-53236896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52750"/>
            <a:ext cx="150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name one cause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BD64E-29FF-4204-BEDE-605C757E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2895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D893C-7E4B-4B12-AB58-93631F11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241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5"/>
          </a:solidFill>
          <a:ln xmlns:a="http://schemas.openxmlformats.org/drawingml/2006/main" w="12383">
            <a:solidFill>
              <a:srgbClr val="D89B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4E2D9-59C8-42AE-A27A-A4D5CCA4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765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10EC2-FBB5-4A2A-AEA7-3EF83F1C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52750"/>
            <a:ext cx="150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router / k /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BC914-761F-4B12-89E3-ACC6D939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2ABA7-4B03-45C7-B44D-B5E42D15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12383">
            <a:solidFill>
              <a:srgbClr val="0E938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14486-B5D0-481F-9FC7-6E2897F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765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A9A6E-7E87-4737-8C98-BDF69829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150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compare same slices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E01BB-C94E-4DEA-B706-D61D3C8B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20-minute 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31EFE-B1DF-43E4-8C23-9AA6EEC0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59D17-1A3A-44EA-B0A4-0D5F9F9A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1. Start with data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F0F59-E7DE-42FD-8C1C-162D7C50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577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18C92-1DA3-4709-9FCC-88DBB9CB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1490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2. Evaluate one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5B703-97BB-4BF5-A1B2-95D1DA36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03276-399E-423D-B330-DC0D9031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14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3. Preserve traces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F902B0-E46F-47A1-AE64-2095BBDA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57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56F22-F5FC-44A8-A2FE-F4FE450B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14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Ablate before rebuilding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6BC583-1431-4A40-90FC-F5713DCD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67375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E938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E9384"/>
                </a:solidFill>
                <a:latin typeface="Aptos"/>
                <a:ea typeface="Aptos"/>
                <a:cs typeface="Aptos"/>
              </a:rPr>
              <a:t>Do not evaluate the agent as one black box.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60B780-0854-45B3-A243-C306F8D5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Sources: local notebooks; Hamel eval flashcards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9E10D-E9AC-45A8-B9F4-8A7233D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1692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2026-06-11T20:29:21.9750000Z</dcterms:created>
  <dcterms:modified xsi:type="dcterms:W3CDTF">2026-06-11T20:29:21.9750000Z</dcterms:modified>
</coreProperties>
</file>